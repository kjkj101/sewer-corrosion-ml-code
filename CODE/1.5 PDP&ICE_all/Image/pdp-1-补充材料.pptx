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</p:sldIdLst>
  <p:sldSz cx="5400675" cy="2087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12" d="100"/>
          <a:sy n="212" d="100"/>
        </p:scale>
        <p:origin x="16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341645"/>
            <a:ext cx="4050506" cy="726781"/>
          </a:xfrm>
        </p:spPr>
        <p:txBody>
          <a:bodyPr anchor="b"/>
          <a:lstStyle>
            <a:lvl1pPr algn="ctr">
              <a:defRPr sz="18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096454"/>
            <a:ext cx="4050506" cy="504011"/>
          </a:xfrm>
        </p:spPr>
        <p:txBody>
          <a:bodyPr/>
          <a:lstStyle>
            <a:lvl1pPr marL="0" indent="0" algn="ctr">
              <a:buNone/>
              <a:defRPr sz="731"/>
            </a:lvl1pPr>
            <a:lvl2pPr marL="139172" indent="0" algn="ctr">
              <a:buNone/>
              <a:defRPr sz="609"/>
            </a:lvl2pPr>
            <a:lvl3pPr marL="278343" indent="0" algn="ctr">
              <a:buNone/>
              <a:defRPr sz="548"/>
            </a:lvl3pPr>
            <a:lvl4pPr marL="417515" indent="0" algn="ctr">
              <a:buNone/>
              <a:defRPr sz="487"/>
            </a:lvl4pPr>
            <a:lvl5pPr marL="556687" indent="0" algn="ctr">
              <a:buNone/>
              <a:defRPr sz="487"/>
            </a:lvl5pPr>
            <a:lvl6pPr marL="695858" indent="0" algn="ctr">
              <a:buNone/>
              <a:defRPr sz="487"/>
            </a:lvl6pPr>
            <a:lvl7pPr marL="835030" indent="0" algn="ctr">
              <a:buNone/>
              <a:defRPr sz="487"/>
            </a:lvl7pPr>
            <a:lvl8pPr marL="974202" indent="0" algn="ctr">
              <a:buNone/>
              <a:defRPr sz="487"/>
            </a:lvl8pPr>
            <a:lvl9pPr marL="1113373" indent="0" algn="ctr">
              <a:buNone/>
              <a:defRPr sz="4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9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6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520441"/>
            <a:ext cx="4658082" cy="868368"/>
          </a:xfrm>
        </p:spPr>
        <p:txBody>
          <a:bodyPr anchor="b"/>
          <a:lstStyle>
            <a:lvl1pPr>
              <a:defRPr sz="182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1397025"/>
            <a:ext cx="4658082" cy="456654"/>
          </a:xfrm>
        </p:spPr>
        <p:txBody>
          <a:bodyPr/>
          <a:lstStyle>
            <a:lvl1pPr marL="0" indent="0">
              <a:buNone/>
              <a:defRPr sz="731">
                <a:solidFill>
                  <a:schemeClr val="tx1">
                    <a:tint val="82000"/>
                  </a:schemeClr>
                </a:solidFill>
              </a:defRPr>
            </a:lvl1pPr>
            <a:lvl2pPr marL="139172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2pPr>
            <a:lvl3pPr marL="278343" indent="0">
              <a:buNone/>
              <a:defRPr sz="548">
                <a:solidFill>
                  <a:schemeClr val="tx1">
                    <a:tint val="82000"/>
                  </a:schemeClr>
                </a:solidFill>
              </a:defRPr>
            </a:lvl3pPr>
            <a:lvl4pPr marL="417515" indent="0">
              <a:buNone/>
              <a:defRPr sz="487">
                <a:solidFill>
                  <a:schemeClr val="tx1">
                    <a:tint val="82000"/>
                  </a:schemeClr>
                </a:solidFill>
              </a:defRPr>
            </a:lvl4pPr>
            <a:lvl5pPr marL="556687" indent="0">
              <a:buNone/>
              <a:defRPr sz="487">
                <a:solidFill>
                  <a:schemeClr val="tx1">
                    <a:tint val="82000"/>
                  </a:schemeClr>
                </a:solidFill>
              </a:defRPr>
            </a:lvl5pPr>
            <a:lvl6pPr marL="695858" indent="0">
              <a:buNone/>
              <a:defRPr sz="487">
                <a:solidFill>
                  <a:schemeClr val="tx1">
                    <a:tint val="82000"/>
                  </a:schemeClr>
                </a:solidFill>
              </a:defRPr>
            </a:lvl6pPr>
            <a:lvl7pPr marL="835030" indent="0">
              <a:buNone/>
              <a:defRPr sz="487">
                <a:solidFill>
                  <a:schemeClr val="tx1">
                    <a:tint val="82000"/>
                  </a:schemeClr>
                </a:solidFill>
              </a:defRPr>
            </a:lvl7pPr>
            <a:lvl8pPr marL="974202" indent="0">
              <a:buNone/>
              <a:defRPr sz="487">
                <a:solidFill>
                  <a:schemeClr val="tx1">
                    <a:tint val="82000"/>
                  </a:schemeClr>
                </a:solidFill>
              </a:defRPr>
            </a:lvl8pPr>
            <a:lvl9pPr marL="1113373" indent="0">
              <a:buNone/>
              <a:defRPr sz="4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3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555717"/>
            <a:ext cx="2295287" cy="1324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555717"/>
            <a:ext cx="2295287" cy="13245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11144"/>
            <a:ext cx="4658082" cy="4034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511743"/>
            <a:ext cx="2284738" cy="250797"/>
          </a:xfrm>
        </p:spPr>
        <p:txBody>
          <a:bodyPr anchor="b"/>
          <a:lstStyle>
            <a:lvl1pPr marL="0" indent="0">
              <a:buNone/>
              <a:defRPr sz="731" b="1"/>
            </a:lvl1pPr>
            <a:lvl2pPr marL="139172" indent="0">
              <a:buNone/>
              <a:defRPr sz="609" b="1"/>
            </a:lvl2pPr>
            <a:lvl3pPr marL="278343" indent="0">
              <a:buNone/>
              <a:defRPr sz="548" b="1"/>
            </a:lvl3pPr>
            <a:lvl4pPr marL="417515" indent="0">
              <a:buNone/>
              <a:defRPr sz="487" b="1"/>
            </a:lvl4pPr>
            <a:lvl5pPr marL="556687" indent="0">
              <a:buNone/>
              <a:defRPr sz="487" b="1"/>
            </a:lvl5pPr>
            <a:lvl6pPr marL="695858" indent="0">
              <a:buNone/>
              <a:defRPr sz="487" b="1"/>
            </a:lvl6pPr>
            <a:lvl7pPr marL="835030" indent="0">
              <a:buNone/>
              <a:defRPr sz="487" b="1"/>
            </a:lvl7pPr>
            <a:lvl8pPr marL="974202" indent="0">
              <a:buNone/>
              <a:defRPr sz="487" b="1"/>
            </a:lvl8pPr>
            <a:lvl9pPr marL="1113373" indent="0">
              <a:buNone/>
              <a:defRPr sz="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762540"/>
            <a:ext cx="2284738" cy="1121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511743"/>
            <a:ext cx="2295990" cy="250797"/>
          </a:xfrm>
        </p:spPr>
        <p:txBody>
          <a:bodyPr anchor="b"/>
          <a:lstStyle>
            <a:lvl1pPr marL="0" indent="0">
              <a:buNone/>
              <a:defRPr sz="731" b="1"/>
            </a:lvl1pPr>
            <a:lvl2pPr marL="139172" indent="0">
              <a:buNone/>
              <a:defRPr sz="609" b="1"/>
            </a:lvl2pPr>
            <a:lvl3pPr marL="278343" indent="0">
              <a:buNone/>
              <a:defRPr sz="548" b="1"/>
            </a:lvl3pPr>
            <a:lvl4pPr marL="417515" indent="0">
              <a:buNone/>
              <a:defRPr sz="487" b="1"/>
            </a:lvl4pPr>
            <a:lvl5pPr marL="556687" indent="0">
              <a:buNone/>
              <a:defRPr sz="487" b="1"/>
            </a:lvl5pPr>
            <a:lvl6pPr marL="695858" indent="0">
              <a:buNone/>
              <a:defRPr sz="487" b="1"/>
            </a:lvl6pPr>
            <a:lvl7pPr marL="835030" indent="0">
              <a:buNone/>
              <a:defRPr sz="487" b="1"/>
            </a:lvl7pPr>
            <a:lvl8pPr marL="974202" indent="0">
              <a:buNone/>
              <a:defRPr sz="487" b="1"/>
            </a:lvl8pPr>
            <a:lvl9pPr marL="1113373" indent="0">
              <a:buNone/>
              <a:defRPr sz="4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762540"/>
            <a:ext cx="2295990" cy="1121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5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16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39171"/>
            <a:ext cx="1741858" cy="487098"/>
          </a:xfrm>
        </p:spPr>
        <p:txBody>
          <a:bodyPr anchor="b"/>
          <a:lstStyle>
            <a:lvl1pPr>
              <a:defRPr sz="9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300570"/>
            <a:ext cx="2734092" cy="1483523"/>
          </a:xfrm>
        </p:spPr>
        <p:txBody>
          <a:bodyPr/>
          <a:lstStyle>
            <a:lvl1pPr>
              <a:defRPr sz="974"/>
            </a:lvl1pPr>
            <a:lvl2pPr>
              <a:defRPr sz="852"/>
            </a:lvl2pPr>
            <a:lvl3pPr>
              <a:defRPr sz="731"/>
            </a:lvl3pPr>
            <a:lvl4pPr>
              <a:defRPr sz="609"/>
            </a:lvl4pPr>
            <a:lvl5pPr>
              <a:defRPr sz="609"/>
            </a:lvl5pPr>
            <a:lvl6pPr>
              <a:defRPr sz="609"/>
            </a:lvl6pPr>
            <a:lvl7pPr>
              <a:defRPr sz="609"/>
            </a:lvl7pPr>
            <a:lvl8pPr>
              <a:defRPr sz="609"/>
            </a:lvl8pPr>
            <a:lvl9pPr>
              <a:defRPr sz="6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626269"/>
            <a:ext cx="1741858" cy="1160241"/>
          </a:xfrm>
        </p:spPr>
        <p:txBody>
          <a:bodyPr/>
          <a:lstStyle>
            <a:lvl1pPr marL="0" indent="0">
              <a:buNone/>
              <a:defRPr sz="487"/>
            </a:lvl1pPr>
            <a:lvl2pPr marL="139172" indent="0">
              <a:buNone/>
              <a:defRPr sz="426"/>
            </a:lvl2pPr>
            <a:lvl3pPr marL="278343" indent="0">
              <a:buNone/>
              <a:defRPr sz="365"/>
            </a:lvl3pPr>
            <a:lvl4pPr marL="417515" indent="0">
              <a:buNone/>
              <a:defRPr sz="304"/>
            </a:lvl4pPr>
            <a:lvl5pPr marL="556687" indent="0">
              <a:buNone/>
              <a:defRPr sz="304"/>
            </a:lvl5pPr>
            <a:lvl6pPr marL="695858" indent="0">
              <a:buNone/>
              <a:defRPr sz="304"/>
            </a:lvl6pPr>
            <a:lvl7pPr marL="835030" indent="0">
              <a:buNone/>
              <a:defRPr sz="304"/>
            </a:lvl7pPr>
            <a:lvl8pPr marL="974202" indent="0">
              <a:buNone/>
              <a:defRPr sz="304"/>
            </a:lvl8pPr>
            <a:lvl9pPr marL="1113373" indent="0">
              <a:buNone/>
              <a:defRPr sz="30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6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39171"/>
            <a:ext cx="1741858" cy="487098"/>
          </a:xfrm>
        </p:spPr>
        <p:txBody>
          <a:bodyPr anchor="b"/>
          <a:lstStyle>
            <a:lvl1pPr>
              <a:defRPr sz="9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300570"/>
            <a:ext cx="2734092" cy="1483523"/>
          </a:xfrm>
        </p:spPr>
        <p:txBody>
          <a:bodyPr anchor="t"/>
          <a:lstStyle>
            <a:lvl1pPr marL="0" indent="0">
              <a:buNone/>
              <a:defRPr sz="974"/>
            </a:lvl1pPr>
            <a:lvl2pPr marL="139172" indent="0">
              <a:buNone/>
              <a:defRPr sz="852"/>
            </a:lvl2pPr>
            <a:lvl3pPr marL="278343" indent="0">
              <a:buNone/>
              <a:defRPr sz="731"/>
            </a:lvl3pPr>
            <a:lvl4pPr marL="417515" indent="0">
              <a:buNone/>
              <a:defRPr sz="609"/>
            </a:lvl4pPr>
            <a:lvl5pPr marL="556687" indent="0">
              <a:buNone/>
              <a:defRPr sz="609"/>
            </a:lvl5pPr>
            <a:lvl6pPr marL="695858" indent="0">
              <a:buNone/>
              <a:defRPr sz="609"/>
            </a:lvl6pPr>
            <a:lvl7pPr marL="835030" indent="0">
              <a:buNone/>
              <a:defRPr sz="609"/>
            </a:lvl7pPr>
            <a:lvl8pPr marL="974202" indent="0">
              <a:buNone/>
              <a:defRPr sz="609"/>
            </a:lvl8pPr>
            <a:lvl9pPr marL="1113373" indent="0">
              <a:buNone/>
              <a:defRPr sz="60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626269"/>
            <a:ext cx="1741858" cy="1160241"/>
          </a:xfrm>
        </p:spPr>
        <p:txBody>
          <a:bodyPr/>
          <a:lstStyle>
            <a:lvl1pPr marL="0" indent="0">
              <a:buNone/>
              <a:defRPr sz="487"/>
            </a:lvl1pPr>
            <a:lvl2pPr marL="139172" indent="0">
              <a:buNone/>
              <a:defRPr sz="426"/>
            </a:lvl2pPr>
            <a:lvl3pPr marL="278343" indent="0">
              <a:buNone/>
              <a:defRPr sz="365"/>
            </a:lvl3pPr>
            <a:lvl4pPr marL="417515" indent="0">
              <a:buNone/>
              <a:defRPr sz="304"/>
            </a:lvl4pPr>
            <a:lvl5pPr marL="556687" indent="0">
              <a:buNone/>
              <a:defRPr sz="304"/>
            </a:lvl5pPr>
            <a:lvl6pPr marL="695858" indent="0">
              <a:buNone/>
              <a:defRPr sz="304"/>
            </a:lvl6pPr>
            <a:lvl7pPr marL="835030" indent="0">
              <a:buNone/>
              <a:defRPr sz="304"/>
            </a:lvl7pPr>
            <a:lvl8pPr marL="974202" indent="0">
              <a:buNone/>
              <a:defRPr sz="304"/>
            </a:lvl8pPr>
            <a:lvl9pPr marL="1113373" indent="0">
              <a:buNone/>
              <a:defRPr sz="30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2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8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11143"/>
            <a:ext cx="1164521" cy="1769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11143"/>
            <a:ext cx="3426053" cy="1769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8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11144"/>
            <a:ext cx="4658082" cy="40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555717"/>
            <a:ext cx="4658082" cy="1324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1934862"/>
            <a:ext cx="1215152" cy="111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CB7BE-8B52-4227-A0DD-42BEA3AC230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1934862"/>
            <a:ext cx="1822728" cy="111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1934862"/>
            <a:ext cx="1215152" cy="1111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D944B-FFF6-42D4-A939-AD784ACAC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8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278343" rtl="0" eaLnBrk="1" latinLnBrk="0" hangingPunct="1">
        <a:lnSpc>
          <a:spcPct val="90000"/>
        </a:lnSpc>
        <a:spcBef>
          <a:spcPct val="0"/>
        </a:spcBef>
        <a:buNone/>
        <a:defRPr sz="13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9586" indent="-69586" algn="l" defTabSz="278343" rtl="0" eaLnBrk="1" latinLnBrk="0" hangingPunct="1">
        <a:lnSpc>
          <a:spcPct val="90000"/>
        </a:lnSpc>
        <a:spcBef>
          <a:spcPts val="304"/>
        </a:spcBef>
        <a:buFont typeface="Arial" panose="020B0604020202020204" pitchFamily="34" charset="0"/>
        <a:buChar char="•"/>
        <a:defRPr sz="852" kern="1200">
          <a:solidFill>
            <a:schemeClr val="tx1"/>
          </a:solidFill>
          <a:latin typeface="+mn-lt"/>
          <a:ea typeface="+mn-ea"/>
          <a:cs typeface="+mn-cs"/>
        </a:defRPr>
      </a:lvl1pPr>
      <a:lvl2pPr marL="208758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731" kern="1200">
          <a:solidFill>
            <a:schemeClr val="tx1"/>
          </a:solidFill>
          <a:latin typeface="+mn-lt"/>
          <a:ea typeface="+mn-ea"/>
          <a:cs typeface="+mn-cs"/>
        </a:defRPr>
      </a:lvl2pPr>
      <a:lvl3pPr marL="347929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609" kern="1200">
          <a:solidFill>
            <a:schemeClr val="tx1"/>
          </a:solidFill>
          <a:latin typeface="+mn-lt"/>
          <a:ea typeface="+mn-ea"/>
          <a:cs typeface="+mn-cs"/>
        </a:defRPr>
      </a:lvl3pPr>
      <a:lvl4pPr marL="487101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548" kern="1200">
          <a:solidFill>
            <a:schemeClr val="tx1"/>
          </a:solidFill>
          <a:latin typeface="+mn-lt"/>
          <a:ea typeface="+mn-ea"/>
          <a:cs typeface="+mn-cs"/>
        </a:defRPr>
      </a:lvl4pPr>
      <a:lvl5pPr marL="626273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548" kern="1200">
          <a:solidFill>
            <a:schemeClr val="tx1"/>
          </a:solidFill>
          <a:latin typeface="+mn-lt"/>
          <a:ea typeface="+mn-ea"/>
          <a:cs typeface="+mn-cs"/>
        </a:defRPr>
      </a:lvl5pPr>
      <a:lvl6pPr marL="765444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548" kern="1200">
          <a:solidFill>
            <a:schemeClr val="tx1"/>
          </a:solidFill>
          <a:latin typeface="+mn-lt"/>
          <a:ea typeface="+mn-ea"/>
          <a:cs typeface="+mn-cs"/>
        </a:defRPr>
      </a:lvl6pPr>
      <a:lvl7pPr marL="904616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548" kern="1200">
          <a:solidFill>
            <a:schemeClr val="tx1"/>
          </a:solidFill>
          <a:latin typeface="+mn-lt"/>
          <a:ea typeface="+mn-ea"/>
          <a:cs typeface="+mn-cs"/>
        </a:defRPr>
      </a:lvl7pPr>
      <a:lvl8pPr marL="1043788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548" kern="1200">
          <a:solidFill>
            <a:schemeClr val="tx1"/>
          </a:solidFill>
          <a:latin typeface="+mn-lt"/>
          <a:ea typeface="+mn-ea"/>
          <a:cs typeface="+mn-cs"/>
        </a:defRPr>
      </a:lvl8pPr>
      <a:lvl9pPr marL="1182959" indent="-69586" algn="l" defTabSz="278343" rtl="0" eaLnBrk="1" latinLnBrk="0" hangingPunct="1">
        <a:lnSpc>
          <a:spcPct val="90000"/>
        </a:lnSpc>
        <a:spcBef>
          <a:spcPts val="152"/>
        </a:spcBef>
        <a:buFont typeface="Arial" panose="020B0604020202020204" pitchFamily="34" charset="0"/>
        <a:buChar char="•"/>
        <a:defRPr sz="5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1pPr>
      <a:lvl2pPr marL="139172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2pPr>
      <a:lvl3pPr marL="278343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3pPr>
      <a:lvl4pPr marL="417515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4pPr>
      <a:lvl5pPr marL="556687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5pPr>
      <a:lvl6pPr marL="695858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6pPr>
      <a:lvl7pPr marL="835030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7pPr>
      <a:lvl8pPr marL="974202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8pPr>
      <a:lvl9pPr marL="1113373" algn="l" defTabSz="278343" rtl="0" eaLnBrk="1" latinLnBrk="0" hangingPunct="1">
        <a:defRPr sz="5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2AD87E-928E-F75B-9F5F-A7C6298E1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" y="68263"/>
            <a:ext cx="2731008" cy="201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FBC637-FB04-2492-6CB4-3E8376502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295" y="68263"/>
            <a:ext cx="2659380" cy="20193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E9109D-7102-FDF2-8FCE-A5FBF7165577}"/>
              </a:ext>
            </a:extLst>
          </p:cNvPr>
          <p:cNvSpPr txBox="1"/>
          <p:nvPr/>
        </p:nvSpPr>
        <p:spPr>
          <a:xfrm>
            <a:off x="216213" y="-9009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6B140-E550-DD4D-61A9-2C437DF6A142}"/>
              </a:ext>
            </a:extLst>
          </p:cNvPr>
          <p:cNvSpPr txBox="1"/>
          <p:nvPr/>
        </p:nvSpPr>
        <p:spPr>
          <a:xfrm>
            <a:off x="2868574" y="-13337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361621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Zhewen Huang</dc:creator>
  <cp:lastModifiedBy>Zhewen Huang</cp:lastModifiedBy>
  <cp:revision>23</cp:revision>
  <dcterms:created xsi:type="dcterms:W3CDTF">2026-09-24T15:41:47Z</dcterms:created>
  <dcterms:modified xsi:type="dcterms:W3CDTF">2026-09-26T08:31:03Z</dcterms:modified>
</cp:coreProperties>
</file>