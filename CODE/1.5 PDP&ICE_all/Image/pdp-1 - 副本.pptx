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</p:sldIdLst>
  <p:sldSz cx="93599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988" y="589241"/>
            <a:ext cx="7019925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1891070"/>
            <a:ext cx="701992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3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6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8" y="897613"/>
            <a:ext cx="8072914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8" y="2409468"/>
            <a:ext cx="8072914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8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958453"/>
            <a:ext cx="3977958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958453"/>
            <a:ext cx="3977958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8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191691"/>
            <a:ext cx="8072914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882610"/>
            <a:ext cx="39596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1315164"/>
            <a:ext cx="3959676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49" y="882610"/>
            <a:ext cx="397917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49" y="1315164"/>
            <a:ext cx="3979177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0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3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0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240030"/>
            <a:ext cx="301881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518398"/>
            <a:ext cx="473844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080135"/>
            <a:ext cx="301881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240030"/>
            <a:ext cx="301881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518398"/>
            <a:ext cx="473844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080135"/>
            <a:ext cx="301881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2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2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191691"/>
            <a:ext cx="2018228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191691"/>
            <a:ext cx="5937687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1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191691"/>
            <a:ext cx="8072914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958453"/>
            <a:ext cx="8072914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3337084"/>
            <a:ext cx="210597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3337084"/>
            <a:ext cx="315896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3337084"/>
            <a:ext cx="210597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2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90AE5FC-2CFA-7793-9FC8-76DD73A77E76}"/>
              </a:ext>
            </a:extLst>
          </p:cNvPr>
          <p:cNvGrpSpPr>
            <a:grpSpLocks noChangeAspect="1"/>
          </p:cNvGrpSpPr>
          <p:nvPr/>
        </p:nvGrpSpPr>
        <p:grpSpPr>
          <a:xfrm>
            <a:off x="9967" y="89159"/>
            <a:ext cx="4680001" cy="3454413"/>
            <a:chOff x="-3890" y="5889476"/>
            <a:chExt cx="8122260" cy="59952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347BF4-5358-E87B-9974-9C22D33EA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699" y="7867844"/>
              <a:ext cx="2766060" cy="202387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F6B8FA-A33E-3E36-BA54-6BF09701D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829" y="7903513"/>
              <a:ext cx="2703576" cy="202387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ED244EE-40CF-BF83-352A-96A155931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3" y="7864200"/>
              <a:ext cx="2703576" cy="202387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59F6837-5B6E-9963-D844-51679E517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90" y="5909372"/>
              <a:ext cx="2703576" cy="202387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0ACBDF6-4949-0AD6-951F-EFD407230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5529" y="5946198"/>
              <a:ext cx="2703576" cy="202387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5EBAB8-6820-26AD-4129-DFB293F95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8484" y="5889476"/>
              <a:ext cx="2766060" cy="2023872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0450E33-C074-37DA-373B-38828FDD3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26" y="9819028"/>
              <a:ext cx="2703576" cy="2023872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1E7D181-6E01-532D-CE74-126B2DE92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4794" y="9860828"/>
              <a:ext cx="2703576" cy="2023872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2620C44-7632-3D87-1E41-CF93B3F86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1102" y="9807872"/>
              <a:ext cx="2766060" cy="2023872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CBABD29-9C92-EC35-BE94-CEC6E4E6739C}"/>
              </a:ext>
            </a:extLst>
          </p:cNvPr>
          <p:cNvGrpSpPr>
            <a:grpSpLocks noChangeAspect="1"/>
          </p:cNvGrpSpPr>
          <p:nvPr/>
        </p:nvGrpSpPr>
        <p:grpSpPr>
          <a:xfrm>
            <a:off x="4657592" y="84626"/>
            <a:ext cx="4680001" cy="3450855"/>
            <a:chOff x="0" y="0"/>
            <a:chExt cx="8110728" cy="59805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27CC5-E86E-37BE-28EE-8DF84D85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14" y="0"/>
              <a:ext cx="2633472" cy="202387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5D87DBA-03E6-FAFD-D71E-5FE735C18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1102" y="0"/>
              <a:ext cx="2695956" cy="20238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B06CC4C-7CE8-AC95-E1A6-79661F8F1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0647" y="1974724"/>
              <a:ext cx="2801112" cy="202387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F9AF78C-F6B6-5878-C3A4-8507D9E5B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00" y="1989524"/>
              <a:ext cx="2738628" cy="202387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A36E13E-0656-9BBD-C8EA-5E20917FE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89524"/>
              <a:ext cx="2738628" cy="20238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803F3CA-8F6A-CD50-96FF-36386AF03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78" y="3949448"/>
              <a:ext cx="2633472" cy="202387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3B55D8C-605C-C012-1AEB-7F5317F3A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342" y="3956674"/>
              <a:ext cx="2633472" cy="202387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666C311-E2A2-479D-820C-C36EAE0B1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7386" y="3949448"/>
              <a:ext cx="2695956" cy="202387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A3D093-21DC-165D-58A1-71DD06D68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4678" y="0"/>
              <a:ext cx="2633472" cy="2023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162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Zhewen Huang</cp:lastModifiedBy>
  <cp:revision>20</cp:revision>
  <dcterms:created xsi:type="dcterms:W3CDTF">2026-09-24T15:41:47Z</dcterms:created>
  <dcterms:modified xsi:type="dcterms:W3CDTF">2026-09-26T08:18:21Z</dcterms:modified>
</cp:coreProperties>
</file>