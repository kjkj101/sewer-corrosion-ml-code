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3"/>
  </p:notesMasterIdLst>
  <p:sldIdLst>
    <p:sldId id="256" r:id="rId2"/>
  </p:sldIdLst>
  <p:sldSz cx="9359900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6"/>
    <p:restoredTop sz="96301"/>
  </p:normalViewPr>
  <p:slideViewPr>
    <p:cSldViewPr snapToGrid="0">
      <p:cViewPr varScale="1">
        <p:scale>
          <a:sx n="104" d="100"/>
          <a:sy n="104" d="100"/>
        </p:scale>
        <p:origin x="6568" y="232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691D3-491E-C148-B557-F6595835B194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73313" y="1143000"/>
            <a:ext cx="2111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7B8A0-F811-F448-8627-5E013A1F55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354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B8A0-F811-F448-8627-5E013A1F55F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432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2238751"/>
            <a:ext cx="7955915" cy="4762488"/>
          </a:xfrm>
        </p:spPr>
        <p:txBody>
          <a:bodyPr anchor="b"/>
          <a:lstStyle>
            <a:lvl1pPr algn="ctr">
              <a:defRPr sz="61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7184899"/>
            <a:ext cx="7019925" cy="3302709"/>
          </a:xfrm>
        </p:spPr>
        <p:txBody>
          <a:bodyPr/>
          <a:lstStyle>
            <a:lvl1pPr marL="0" indent="0" algn="ctr">
              <a:buNone/>
              <a:defRPr sz="2457"/>
            </a:lvl1pPr>
            <a:lvl2pPr marL="467990" indent="0" algn="ctr">
              <a:buNone/>
              <a:defRPr sz="2047"/>
            </a:lvl2pPr>
            <a:lvl3pPr marL="935980" indent="0" algn="ctr">
              <a:buNone/>
              <a:defRPr sz="1842"/>
            </a:lvl3pPr>
            <a:lvl4pPr marL="1403970" indent="0" algn="ctr">
              <a:buNone/>
              <a:defRPr sz="1638"/>
            </a:lvl4pPr>
            <a:lvl5pPr marL="1871960" indent="0" algn="ctr">
              <a:buNone/>
              <a:defRPr sz="1638"/>
            </a:lvl5pPr>
            <a:lvl6pPr marL="2339950" indent="0" algn="ctr">
              <a:buNone/>
              <a:defRPr sz="1638"/>
            </a:lvl6pPr>
            <a:lvl7pPr marL="2807940" indent="0" algn="ctr">
              <a:buNone/>
              <a:defRPr sz="1638"/>
            </a:lvl7pPr>
            <a:lvl8pPr marL="3275929" indent="0" algn="ctr">
              <a:buNone/>
              <a:defRPr sz="1638"/>
            </a:lvl8pPr>
            <a:lvl9pPr marL="3743919" indent="0" algn="ctr">
              <a:buNone/>
              <a:defRPr sz="16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1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3410376"/>
            <a:ext cx="8072914" cy="5690286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9154495"/>
            <a:ext cx="8072914" cy="2992387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>
                    <a:tint val="82000"/>
                  </a:schemeClr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82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82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1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3641531"/>
            <a:ext cx="3977958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3641531"/>
            <a:ext cx="3977958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4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728309"/>
            <a:ext cx="8072914" cy="2644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3353376"/>
            <a:ext cx="3959676" cy="1643437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4996813"/>
            <a:ext cx="3959676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3353376"/>
            <a:ext cx="3979177" cy="1643437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4996813"/>
            <a:ext cx="3979177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9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3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3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911966"/>
            <a:ext cx="3018811" cy="3191881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1969596"/>
            <a:ext cx="4738449" cy="9721303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4103846"/>
            <a:ext cx="3018811" cy="7602883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5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911966"/>
            <a:ext cx="3018811" cy="3191881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1969596"/>
            <a:ext cx="4738449" cy="9721303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4103846"/>
            <a:ext cx="3018811" cy="7602883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9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3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728306"/>
            <a:ext cx="2018228" cy="115927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728306"/>
            <a:ext cx="5937687" cy="115927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9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728309"/>
            <a:ext cx="8072914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3641531"/>
            <a:ext cx="8072914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12678862"/>
            <a:ext cx="2105978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CB7BE-8B52-4227-A0DD-42BEA3AC2300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12678862"/>
            <a:ext cx="3158966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12678862"/>
            <a:ext cx="2105978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35980" rtl="0" eaLnBrk="1" latinLnBrk="0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0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0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10" Type="http://schemas.openxmlformats.org/officeDocument/2006/relationships/image" Target="../media/image8.jpg"/><Relationship Id="rId19" Type="http://schemas.openxmlformats.org/officeDocument/2006/relationships/image" Target="../media/image17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BC5EA424-0744-4959-A8A1-7870EB820842}"/>
              </a:ext>
            </a:extLst>
          </p:cNvPr>
          <p:cNvGrpSpPr/>
          <p:nvPr/>
        </p:nvGrpSpPr>
        <p:grpSpPr>
          <a:xfrm>
            <a:off x="0" y="18754"/>
            <a:ext cx="9361823" cy="13615713"/>
            <a:chOff x="0" y="18754"/>
            <a:chExt cx="9361823" cy="1361571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59F6837-5B6E-9963-D844-51679E517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871"/>
              <a:ext cx="3107772" cy="232644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0ACBDF6-4949-0AD6-951F-EFD407230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8" y="4512456"/>
              <a:ext cx="3107772" cy="232644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5EBAB8-6820-26AD-4129-DFB293F95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5" y="2281638"/>
              <a:ext cx="3179597" cy="232644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347BF4-5358-E87B-9974-9C22D33EA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0354" y="2261136"/>
              <a:ext cx="3179597" cy="23264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F6B8FA-A33E-3E36-BA54-6BF09701D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9313" y="4499889"/>
              <a:ext cx="3107772" cy="232644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D244EE-40CF-BF83-352A-96A155931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8668" y="27523"/>
              <a:ext cx="3107772" cy="232644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0450E33-C074-37DA-373B-38828FDD3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9672" y="18754"/>
              <a:ext cx="3107772" cy="232644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1E7D181-6E01-532D-CE74-126B2DE92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0441" y="4534640"/>
              <a:ext cx="3107772" cy="2326448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2620C44-7632-3D87-1E41-CF93B3F86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2226" y="2252026"/>
              <a:ext cx="3179597" cy="232644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B06CC4C-7CE8-AC95-E1A6-79661F8F1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8425" y="9001781"/>
              <a:ext cx="3219890" cy="232644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F9AF78C-F6B6-5878-C3A4-8507D9E5B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9966" y="11267701"/>
              <a:ext cx="3148064" cy="232644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A36E13E-0656-9BBD-C8EA-5E20917FE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621" y="6746753"/>
              <a:ext cx="3148064" cy="232644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803F3CA-8F6A-CD50-96FF-36386AF03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7709" y="6802977"/>
              <a:ext cx="3027187" cy="23264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3B55D8C-605C-C012-1AEB-7F5317F3A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1310" y="11261177"/>
              <a:ext cx="3027187" cy="2326448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666C311-E2A2-479D-820C-C36EAE0B1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7096" y="9025142"/>
              <a:ext cx="3099012" cy="232644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27CC5-E86E-37BE-28EE-8DF84D85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92" y="6760363"/>
              <a:ext cx="3027187" cy="232644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5D87DBA-03E6-FAFD-D71E-5FE735C1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0" y="8971517"/>
              <a:ext cx="3099012" cy="23264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A3D093-21DC-165D-58A1-71DD06D6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0" y="11308019"/>
              <a:ext cx="3027187" cy="2326448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441A697-11F4-F1AB-859E-BD3491220477}"/>
                </a:ext>
              </a:extLst>
            </p:cNvPr>
            <p:cNvSpPr txBox="1"/>
            <p:nvPr/>
          </p:nvSpPr>
          <p:spPr>
            <a:xfrm>
              <a:off x="31971" y="22871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D7B0A4E-7B4D-AA3A-E693-E2D62E43551A}"/>
                </a:ext>
              </a:extLst>
            </p:cNvPr>
            <p:cNvSpPr txBox="1"/>
            <p:nvPr/>
          </p:nvSpPr>
          <p:spPr>
            <a:xfrm>
              <a:off x="3071905" y="30356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390F87A-9161-5225-0060-4AA20AA53187}"/>
                </a:ext>
              </a:extLst>
            </p:cNvPr>
            <p:cNvSpPr txBox="1"/>
            <p:nvPr/>
          </p:nvSpPr>
          <p:spPr>
            <a:xfrm>
              <a:off x="6231309" y="36011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F00C2C9-F1A0-ED81-EE05-0EAB0FD7631C}"/>
                </a:ext>
              </a:extLst>
            </p:cNvPr>
            <p:cNvSpPr txBox="1"/>
            <p:nvPr/>
          </p:nvSpPr>
          <p:spPr>
            <a:xfrm>
              <a:off x="31971" y="2289217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CD06B1-FEC5-0717-4248-E67E028F040E}"/>
                </a:ext>
              </a:extLst>
            </p:cNvPr>
            <p:cNvSpPr txBox="1"/>
            <p:nvPr/>
          </p:nvSpPr>
          <p:spPr>
            <a:xfrm>
              <a:off x="3071905" y="2296702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73439E-383E-A072-0D0A-A40446E9A3ED}"/>
                </a:ext>
              </a:extLst>
            </p:cNvPr>
            <p:cNvSpPr txBox="1"/>
            <p:nvPr/>
          </p:nvSpPr>
          <p:spPr>
            <a:xfrm>
              <a:off x="6231309" y="2302357"/>
              <a:ext cx="330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E7B3AAA-C002-FB1A-0EDD-092498AE6915}"/>
                </a:ext>
              </a:extLst>
            </p:cNvPr>
            <p:cNvSpPr txBox="1"/>
            <p:nvPr/>
          </p:nvSpPr>
          <p:spPr>
            <a:xfrm>
              <a:off x="31971" y="4500580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(g)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B429D96-04D1-7A77-DC15-283A36F6C2AF}"/>
                </a:ext>
              </a:extLst>
            </p:cNvPr>
            <p:cNvSpPr txBox="1"/>
            <p:nvPr/>
          </p:nvSpPr>
          <p:spPr>
            <a:xfrm>
              <a:off x="3071905" y="4508065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(h)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67ADB33-E5AD-E89D-AD5E-647B2714927E}"/>
                </a:ext>
              </a:extLst>
            </p:cNvPr>
            <p:cNvSpPr txBox="1"/>
            <p:nvPr/>
          </p:nvSpPr>
          <p:spPr>
            <a:xfrm>
              <a:off x="6231309" y="4513720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zh-CN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8584058-9ACE-C2E9-E9EC-DACDE0CCA5C8}"/>
                </a:ext>
              </a:extLst>
            </p:cNvPr>
            <p:cNvSpPr txBox="1"/>
            <p:nvPr/>
          </p:nvSpPr>
          <p:spPr>
            <a:xfrm>
              <a:off x="31971" y="687810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(j)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394804E-870E-A97C-81D0-B75E5DFE155A}"/>
                </a:ext>
              </a:extLst>
            </p:cNvPr>
            <p:cNvSpPr txBox="1"/>
            <p:nvPr/>
          </p:nvSpPr>
          <p:spPr>
            <a:xfrm>
              <a:off x="3071905" y="6885587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(k)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AC4E3EC-C7B8-5A69-C19B-7AF3B36B4FBF}"/>
                </a:ext>
              </a:extLst>
            </p:cNvPr>
            <p:cNvSpPr txBox="1"/>
            <p:nvPr/>
          </p:nvSpPr>
          <p:spPr>
            <a:xfrm>
              <a:off x="6231309" y="689124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(l)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1AB664E-9068-158F-2E90-6657298ADA34}"/>
                </a:ext>
              </a:extLst>
            </p:cNvPr>
            <p:cNvSpPr txBox="1"/>
            <p:nvPr/>
          </p:nvSpPr>
          <p:spPr>
            <a:xfrm>
              <a:off x="41997" y="9104677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(m)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F6BCA78-9600-3801-B5E6-5FD7CDA569CE}"/>
                </a:ext>
              </a:extLst>
            </p:cNvPr>
            <p:cNvSpPr txBox="1"/>
            <p:nvPr/>
          </p:nvSpPr>
          <p:spPr>
            <a:xfrm>
              <a:off x="3081931" y="9112162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(n)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F39C3EA-D450-473B-19D2-6BE4D270E499}"/>
                </a:ext>
              </a:extLst>
            </p:cNvPr>
            <p:cNvSpPr txBox="1"/>
            <p:nvPr/>
          </p:nvSpPr>
          <p:spPr>
            <a:xfrm>
              <a:off x="6241335" y="9117817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(o)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02AA539-7971-7A4B-87AD-D85C9BBF93B9}"/>
                </a:ext>
              </a:extLst>
            </p:cNvPr>
            <p:cNvSpPr txBox="1"/>
            <p:nvPr/>
          </p:nvSpPr>
          <p:spPr>
            <a:xfrm>
              <a:off x="30080" y="11382786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(p)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14379DE-B02F-011D-6928-C61A582375FB}"/>
                </a:ext>
              </a:extLst>
            </p:cNvPr>
            <p:cNvSpPr txBox="1"/>
            <p:nvPr/>
          </p:nvSpPr>
          <p:spPr>
            <a:xfrm>
              <a:off x="3070014" y="11390271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(q)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68B7C46-6062-DFFD-E6B3-2D17AD87216D}"/>
                </a:ext>
              </a:extLst>
            </p:cNvPr>
            <p:cNvSpPr txBox="1"/>
            <p:nvPr/>
          </p:nvSpPr>
          <p:spPr>
            <a:xfrm>
              <a:off x="6229418" y="11395926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(r)</a:t>
              </a:r>
              <a:endPara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6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55</Words>
  <Application>Microsoft Macintosh PowerPoint</Application>
  <PresentationFormat>自定义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Kaijie Wang</cp:lastModifiedBy>
  <cp:revision>28</cp:revision>
  <dcterms:created xsi:type="dcterms:W3CDTF">2026-09-24T15:41:47Z</dcterms:created>
  <dcterms:modified xsi:type="dcterms:W3CDTF">2026-10-05T08:10:14Z</dcterms:modified>
</cp:coreProperties>
</file>