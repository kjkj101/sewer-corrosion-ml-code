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380288" cy="10080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6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1649770"/>
            <a:ext cx="6273245" cy="3509551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5294662"/>
            <a:ext cx="5535216" cy="2433817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0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7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2513159"/>
            <a:ext cx="6365498" cy="4193259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6746088"/>
            <a:ext cx="6365498" cy="2205136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>
                    <a:tint val="82000"/>
                  </a:schemeClr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82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82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2683500"/>
            <a:ext cx="3136622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2683500"/>
            <a:ext cx="3136622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2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536702"/>
            <a:ext cx="6365498" cy="1948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2471154"/>
            <a:ext cx="3122207" cy="1211074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3682228"/>
            <a:ext cx="3122207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2471154"/>
            <a:ext cx="3137584" cy="1211074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3682228"/>
            <a:ext cx="3137584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4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672042"/>
            <a:ext cx="2380335" cy="2352146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1451426"/>
            <a:ext cx="3736271" cy="7163777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3024188"/>
            <a:ext cx="2380335" cy="5602681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2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672042"/>
            <a:ext cx="2380335" cy="2352146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1451426"/>
            <a:ext cx="3736271" cy="7163777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3024188"/>
            <a:ext cx="2380335" cy="5602681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1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536700"/>
            <a:ext cx="1591375" cy="854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536700"/>
            <a:ext cx="4681870" cy="854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73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536702"/>
            <a:ext cx="6365498" cy="1948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2683500"/>
            <a:ext cx="6365498" cy="639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9343248"/>
            <a:ext cx="1660565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CD436-A4A6-46B7-B707-DE2B3B1BF83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9343248"/>
            <a:ext cx="2490847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9343248"/>
            <a:ext cx="1660565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CF995-1CAB-49AE-9E32-285A11B43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0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1119A7D-E200-FC09-C3FD-C0F89133D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144" y="-262494"/>
            <a:ext cx="3595270" cy="34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0D0A8D-6A6C-BA99-14E9-42F703E3D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144" y="3152418"/>
            <a:ext cx="3630930" cy="343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8D8550-EDC7-5C22-AB39-638C492CA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252" y="6633192"/>
            <a:ext cx="3594356" cy="343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86FEC0-D116-5331-8AF0-CFA7904CF2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04" y="6633192"/>
            <a:ext cx="3635502" cy="343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4FC9CB-AE09-086F-648D-09155C6745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9" y="3174372"/>
            <a:ext cx="3588870" cy="343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95FBB6-0030-204A-E92F-8EDC72D952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1" y="-262494"/>
            <a:ext cx="3637331" cy="343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04B016-04E2-5F07-CB2A-740BD62EF8ED}"/>
              </a:ext>
            </a:extLst>
          </p:cNvPr>
          <p:cNvSpPr txBox="1"/>
          <p:nvPr/>
        </p:nvSpPr>
        <p:spPr>
          <a:xfrm>
            <a:off x="355333" y="12151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90464-A3AB-93E0-9E3E-7F6331740E9F}"/>
              </a:ext>
            </a:extLst>
          </p:cNvPr>
          <p:cNvSpPr txBox="1"/>
          <p:nvPr/>
        </p:nvSpPr>
        <p:spPr>
          <a:xfrm>
            <a:off x="3922906" y="12151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EB236D-AF8A-B97B-20A3-241EDAB1499F}"/>
              </a:ext>
            </a:extLst>
          </p:cNvPr>
          <p:cNvSpPr txBox="1"/>
          <p:nvPr/>
        </p:nvSpPr>
        <p:spPr>
          <a:xfrm>
            <a:off x="355333" y="3558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2C5763-EC26-C615-715A-6B534FE3697E}"/>
              </a:ext>
            </a:extLst>
          </p:cNvPr>
          <p:cNvSpPr txBox="1"/>
          <p:nvPr/>
        </p:nvSpPr>
        <p:spPr>
          <a:xfrm>
            <a:off x="3922906" y="3558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46FA2C-8B9F-EE3E-06EE-2184A09DAD93}"/>
              </a:ext>
            </a:extLst>
          </p:cNvPr>
          <p:cNvSpPr txBox="1"/>
          <p:nvPr/>
        </p:nvSpPr>
        <p:spPr>
          <a:xfrm>
            <a:off x="407840" y="706383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BB575-98AC-2C04-7632-542EC893460A}"/>
              </a:ext>
            </a:extLst>
          </p:cNvPr>
          <p:cNvSpPr txBox="1"/>
          <p:nvPr/>
        </p:nvSpPr>
        <p:spPr>
          <a:xfrm>
            <a:off x="3975413" y="706383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</a:p>
        </p:txBody>
      </p:sp>
    </p:spTree>
    <p:extLst>
      <p:ext uri="{BB962C8B-B14F-4D97-AF65-F5344CB8AC3E}">
        <p14:creationId xmlns:p14="http://schemas.microsoft.com/office/powerpoint/2010/main" val="66519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6</cp:revision>
  <dcterms:created xsi:type="dcterms:W3CDTF">2026-09-27T17:50:49Z</dcterms:created>
  <dcterms:modified xsi:type="dcterms:W3CDTF">2026-09-27T18:07:37Z</dcterms:modified>
</cp:coreProperties>
</file>