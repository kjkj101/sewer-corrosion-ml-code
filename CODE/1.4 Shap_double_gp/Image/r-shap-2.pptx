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242" y="5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A6653-F559-B0DB-DDA4-811A301781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EE8F14-0156-B453-722C-4DF855A03A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C4119D-29E5-D6CE-5DF1-28405A50C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E7849-8B49-403A-8978-B74D4209A873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A9736-6AA7-B430-BD7D-EF8B154D3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8E4FA-3B93-66B9-F4B1-F08D0B3C9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031C7-8C88-4545-B665-59E00C69B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072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E26D1-A44C-8607-C33A-6DBDEE705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08C3F-8779-B553-0984-E2798404D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404DA-7062-E444-F25B-17207806E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E7849-8B49-403A-8978-B74D4209A873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3F504-0DDC-AEE4-1309-411968C49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56509-5EFC-AA3A-BF40-8E494D1E3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031C7-8C88-4545-B665-59E00C69B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511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54D31-36B8-A857-265A-933EA6F46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F63FD-629D-1EDA-F87E-1084FFFE6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B25B7-B4C4-5CF7-FCDB-BC03BB066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E7849-8B49-403A-8978-B74D4209A873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3068B-43AB-1C70-EDE3-A9C1A679A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EE7C62-197C-B935-1338-7D663EEF9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031C7-8C88-4545-B665-59E00C69B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948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3420A-A25D-A85B-E139-467640C4F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A02A4-A2D6-E41A-0069-53CB51B1BB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CF1A64-1757-FBE7-DF6C-71AAA2071C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B16E81-63DA-9F29-3750-1BD521C56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E7849-8B49-403A-8978-B74D4209A873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E00B01-22FC-8B45-7C4F-C711EFDAB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21DCE0-5325-FAED-183E-81AC28560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031C7-8C88-4545-B665-59E00C69B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332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227FD-7D0A-1B18-28EF-DAC29796A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28111E-1690-2D3B-DCEE-176F46506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A46B78-F422-980B-725F-AB1EF25140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040413-6DE4-CB71-B2CF-9B52428778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4B7337-6A1C-0EB6-E79C-F8EE6E3EC6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650214-64B4-55EF-630D-66118146A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E7849-8B49-403A-8978-B74D4209A873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EE6792-C671-E400-69B5-233EB8380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8EE5CD-87BB-32A8-B053-94A512FD1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031C7-8C88-4545-B665-59E00C69B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88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B2FB6-EEB4-939C-9253-7AC3D5669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F2624A-D937-0DE0-9390-29D6B8C2E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E7849-8B49-403A-8978-B74D4209A873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7666D8-1458-2C8E-9C80-117DCFD9D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CD0BD0-84FC-B180-C4C8-2FCFC34A8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031C7-8C88-4545-B665-59E00C69B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122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1DDD34-05DD-2A26-7F40-640E00BEA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E7849-8B49-403A-8978-B74D4209A873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6C8178-33E4-8152-AD6F-74DDE4695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D0A3D-1424-88C8-D3E8-6740B0364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031C7-8C88-4545-B665-59E00C69B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645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2FEF4-ECFE-F598-F255-05A49F18A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D2077-7196-970C-1E30-D154B069A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AA5DBA-DEC6-6443-8026-F68866F751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4B07E1-3D3B-DE39-2480-FC493A4E7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E7849-8B49-403A-8978-B74D4209A873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9626DD-2F30-AEB6-24B3-580360890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3D656C-8DB5-89B8-C504-0172C91A4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031C7-8C88-4545-B665-59E00C69B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926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B15DA-F0A4-628F-1F82-C4B6BCA7A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F1CAF1-4D0A-FB6E-168D-764F3E466E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4122FD-525B-493E-CA2A-10959F4D97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344E90-283D-684C-4A3A-451152F8A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E7849-8B49-403A-8978-B74D4209A873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0548E5-CBB6-09F3-CA63-1EC44D16D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298DB4-AD6D-11DB-5D2C-DCE49158B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031C7-8C88-4545-B665-59E00C69B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438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E16F-8535-8C48-D088-EAA928F6D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D62005-37C0-E196-950F-E631054509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BFB98-FCD9-AA2B-6176-0FB84805C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E7849-8B49-403A-8978-B74D4209A873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6529B-52B7-75E8-5899-241534FC2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8726D-CEFE-125B-A37A-C1B6D84EE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031C7-8C88-4545-B665-59E00C69B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68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2A3F96-BAC1-303D-9F31-7A9BCB7C82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B59BB4-92A0-A616-EB07-A6461034C6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E04CE3-4A4B-4505-9752-D850C60CB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E7849-8B49-403A-8978-B74D4209A873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8C50B-0FD6-11AC-DFBA-EE3167B06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FE422E-C58D-BDBA-BE99-DFDF83EA0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031C7-8C88-4545-B665-59E00C69B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209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E96943-6ED0-7BAF-2FF9-908AC5C07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12009A-8063-3EA8-53CD-AB6F05BEE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88924-FF9F-B3D8-DDA1-F47E066686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FE7849-8B49-403A-8978-B74D4209A873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C3E92-91A6-2818-5A56-A3F0E1EF67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38B0C-0FF4-7CE4-E621-49C7644D24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B031C7-8C88-4545-B665-59E00C69B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286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0328A4F0-1A4D-0230-8E06-2736992A6407}"/>
              </a:ext>
            </a:extLst>
          </p:cNvPr>
          <p:cNvGrpSpPr/>
          <p:nvPr/>
        </p:nvGrpSpPr>
        <p:grpSpPr>
          <a:xfrm>
            <a:off x="8353154" y="0"/>
            <a:ext cx="3838846" cy="7181961"/>
            <a:chOff x="4852418" y="377081"/>
            <a:chExt cx="3838846" cy="7181961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57B4931-1FED-16EA-4C96-F41AFF851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52418" y="5077970"/>
              <a:ext cx="3831336" cy="2481072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DAF70AF1-4471-8155-2680-EAC2666BF6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04996" y="2683983"/>
              <a:ext cx="3726180" cy="2481072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3C4692B4-0119-46B4-2539-14F015BF2E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30032" y="377081"/>
              <a:ext cx="3761232" cy="2481072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7DDE689-9CCD-C132-36ED-C55528EDE2BE}"/>
              </a:ext>
            </a:extLst>
          </p:cNvPr>
          <p:cNvGrpSpPr/>
          <p:nvPr/>
        </p:nvGrpSpPr>
        <p:grpSpPr>
          <a:xfrm>
            <a:off x="4626974" y="0"/>
            <a:ext cx="3831336" cy="7269046"/>
            <a:chOff x="2984537" y="272578"/>
            <a:chExt cx="3831336" cy="726904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B004CC6-03D7-5FC7-2540-FF5127208A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7055" y="5060552"/>
              <a:ext cx="3761232" cy="2481072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4A1B227-CE37-BCE0-B794-440EEB02AEA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84537" y="2666565"/>
              <a:ext cx="3726180" cy="2481072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FBECD81-C6C9-0C16-1CF4-EE84267836C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84537" y="272578"/>
              <a:ext cx="3831336" cy="24810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64441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Zhewen Huang</dc:creator>
  <cp:lastModifiedBy>Zhewen Huang</cp:lastModifiedBy>
  <cp:revision>3</cp:revision>
  <dcterms:created xsi:type="dcterms:W3CDTF">2026-09-28T07:20:36Z</dcterms:created>
  <dcterms:modified xsi:type="dcterms:W3CDTF">2026-09-28T07:25:40Z</dcterms:modified>
</cp:coreProperties>
</file>