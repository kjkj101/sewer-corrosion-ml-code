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7920038" cy="14939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27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2445037"/>
            <a:ext cx="6732032" cy="5201320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7846940"/>
            <a:ext cx="5940029" cy="3607032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14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2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3724620"/>
            <a:ext cx="6831033" cy="6214609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9998021"/>
            <a:ext cx="6831033" cy="3268116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82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4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3977074"/>
            <a:ext cx="3366016" cy="94792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3977074"/>
            <a:ext cx="3366016" cy="94792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7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795418"/>
            <a:ext cx="6831033" cy="2887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3662367"/>
            <a:ext cx="3350547" cy="1794869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5457236"/>
            <a:ext cx="3350547" cy="8026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3662367"/>
            <a:ext cx="3367048" cy="1794869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5457236"/>
            <a:ext cx="3367048" cy="8026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6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8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995998"/>
            <a:ext cx="2554418" cy="3485991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2151081"/>
            <a:ext cx="4009519" cy="10617057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4481989"/>
            <a:ext cx="2554418" cy="8303439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0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995998"/>
            <a:ext cx="2554418" cy="3485991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2151081"/>
            <a:ext cx="4009519" cy="10617057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4481989"/>
            <a:ext cx="2554418" cy="8303439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3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9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795415"/>
            <a:ext cx="1707758" cy="12660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795415"/>
            <a:ext cx="5024274" cy="12660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8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795418"/>
            <a:ext cx="6831033" cy="2887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3977074"/>
            <a:ext cx="6831033" cy="9479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13847135"/>
            <a:ext cx="1782009" cy="7954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CB7BE-8B52-4227-A0DD-42BEA3AC230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13847135"/>
            <a:ext cx="2673013" cy="7954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13847135"/>
            <a:ext cx="1782009" cy="7954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6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A57C9D-6679-0270-0B13-C7B5FD83B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337" y="12403380"/>
            <a:ext cx="3831336" cy="24810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DD0640-5ABD-9E68-EA28-AAA6C21F9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346" y="9977513"/>
            <a:ext cx="3726180" cy="2481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EA938B-473E-D409-4920-1CBDA42A0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441" y="7467864"/>
            <a:ext cx="3761232" cy="2481072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9B1D308C-462E-7134-4634-1C23F6F1DFE6}"/>
              </a:ext>
            </a:extLst>
          </p:cNvPr>
          <p:cNvGrpSpPr/>
          <p:nvPr/>
        </p:nvGrpSpPr>
        <p:grpSpPr>
          <a:xfrm>
            <a:off x="146209" y="55511"/>
            <a:ext cx="7627620" cy="14853283"/>
            <a:chOff x="-3796284" y="-5783599"/>
            <a:chExt cx="7627620" cy="14853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4C54851-C01A-5B2E-9993-B3FFF3646318}"/>
                </a:ext>
              </a:extLst>
            </p:cNvPr>
            <p:cNvGrpSpPr/>
            <p:nvPr/>
          </p:nvGrpSpPr>
          <p:grpSpPr>
            <a:xfrm>
              <a:off x="-3796284" y="1666475"/>
              <a:ext cx="3831336" cy="7403209"/>
              <a:chOff x="-2095844" y="1957239"/>
              <a:chExt cx="3831336" cy="7403209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DE1BF57-0F49-3ECB-1A4D-7D0838376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95844" y="6879376"/>
                <a:ext cx="3761232" cy="2481072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559928BF-48E0-2896-8687-B8869AE4F6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95844" y="1957239"/>
                <a:ext cx="3831336" cy="2481072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D518CFD2-A000-80F8-DA58-27564568BA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95844" y="4410879"/>
                <a:ext cx="3726180" cy="2481072"/>
              </a:xfrm>
              <a:prstGeom prst="rect">
                <a:avLst/>
              </a:prstGeom>
            </p:spPr>
          </p:pic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E4E9165-B105-C951-5A80-BD4E02A9D604}"/>
                </a:ext>
              </a:extLst>
            </p:cNvPr>
            <p:cNvGrpSpPr/>
            <p:nvPr/>
          </p:nvGrpSpPr>
          <p:grpSpPr>
            <a:xfrm>
              <a:off x="-3761232" y="-5776741"/>
              <a:ext cx="7592568" cy="7438644"/>
              <a:chOff x="-3761232" y="-5776741"/>
              <a:chExt cx="7592568" cy="7438644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4918901D-5950-E6A9-9D98-EEFD6D7C18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15824" y="-3302527"/>
                <a:ext cx="3726180" cy="2481072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585A0030-B835-316B-8B22-0643EA177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-5776741"/>
                <a:ext cx="3761232" cy="2481072"/>
              </a:xfrm>
              <a:prstGeom prst="rect">
                <a:avLst/>
              </a:prstGeom>
            </p:spPr>
          </p:pic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E6D80975-CF8A-C0A7-E219-368262A850D8}"/>
                  </a:ext>
                </a:extLst>
              </p:cNvPr>
              <p:cNvGrpSpPr/>
              <p:nvPr/>
            </p:nvGrpSpPr>
            <p:grpSpPr>
              <a:xfrm>
                <a:off x="-3761232" y="-5769883"/>
                <a:ext cx="3761232" cy="7429500"/>
                <a:chOff x="1195568" y="-3987872"/>
                <a:chExt cx="3761232" cy="7429500"/>
              </a:xfrm>
            </p:grpSpPr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0046869B-AF22-F2BE-6852-DD7E6BA660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83960" y="-1511372"/>
                  <a:ext cx="3584448" cy="2476500"/>
                </a:xfrm>
                <a:prstGeom prst="rect">
                  <a:avLst/>
                </a:prstGeom>
              </p:spPr>
            </p:pic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148F5EE5-5E7E-FF47-26A9-A93810B3F5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30620" y="965128"/>
                  <a:ext cx="3726180" cy="2476500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C3D9F662-7856-FA8E-1C17-65969F12D2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95568" y="-3987872"/>
                  <a:ext cx="3761232" cy="2476500"/>
                </a:xfrm>
                <a:prstGeom prst="rect">
                  <a:avLst/>
                </a:prstGeom>
              </p:spPr>
            </p:pic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6B874DBD-892C-D119-EA4F-481108FC60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-819169"/>
                <a:ext cx="3831336" cy="2481072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1C6887C-8913-A1DA-69D2-8C46B5FE0989}"/>
                </a:ext>
              </a:extLst>
            </p:cNvPr>
            <p:cNvSpPr txBox="1"/>
            <p:nvPr/>
          </p:nvSpPr>
          <p:spPr>
            <a:xfrm>
              <a:off x="-3610357" y="-5769883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5200829-7AFB-1CFE-E45D-1C0CE3508788}"/>
                </a:ext>
              </a:extLst>
            </p:cNvPr>
            <p:cNvSpPr txBox="1"/>
            <p:nvPr/>
          </p:nvSpPr>
          <p:spPr>
            <a:xfrm>
              <a:off x="-115824" y="-5783599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6EEBB3E-04D7-EDAF-54D1-F6108713FF5C}"/>
                </a:ext>
              </a:extLst>
            </p:cNvPr>
            <p:cNvSpPr txBox="1"/>
            <p:nvPr/>
          </p:nvSpPr>
          <p:spPr>
            <a:xfrm>
              <a:off x="-3610357" y="-3296813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887349-AF68-9224-8205-06634C7E7FC4}"/>
                </a:ext>
              </a:extLst>
            </p:cNvPr>
            <p:cNvSpPr txBox="1"/>
            <p:nvPr/>
          </p:nvSpPr>
          <p:spPr>
            <a:xfrm>
              <a:off x="-115824" y="-3310529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4593514-67E3-A4DF-D2D5-E2DE45543DE6}"/>
                </a:ext>
              </a:extLst>
            </p:cNvPr>
            <p:cNvSpPr txBox="1"/>
            <p:nvPr/>
          </p:nvSpPr>
          <p:spPr>
            <a:xfrm>
              <a:off x="-3610357" y="-837459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87417C5-D263-DB3C-8C19-DE6F96DC599B}"/>
                </a:ext>
              </a:extLst>
            </p:cNvPr>
            <p:cNvSpPr txBox="1"/>
            <p:nvPr/>
          </p:nvSpPr>
          <p:spPr>
            <a:xfrm>
              <a:off x="-115824" y="-851176"/>
              <a:ext cx="5934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67C40B5-7EEC-BE04-2079-7CBF5ED05ECB}"/>
                </a:ext>
              </a:extLst>
            </p:cNvPr>
            <p:cNvSpPr txBox="1"/>
            <p:nvPr/>
          </p:nvSpPr>
          <p:spPr>
            <a:xfrm>
              <a:off x="-3672840" y="1673333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33C75D2-5DF6-59A2-3C38-F0BC6BA442DC}"/>
                </a:ext>
              </a:extLst>
            </p:cNvPr>
            <p:cNvSpPr txBox="1"/>
            <p:nvPr/>
          </p:nvSpPr>
          <p:spPr>
            <a:xfrm>
              <a:off x="-178308" y="1659617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1E77126-7995-86EB-54B2-8C88D6BEE77F}"/>
                </a:ext>
              </a:extLst>
            </p:cNvPr>
            <p:cNvSpPr txBox="1"/>
            <p:nvPr/>
          </p:nvSpPr>
          <p:spPr>
            <a:xfrm>
              <a:off x="-3672840" y="4161263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A306D69-532F-9701-D14E-7A9614A57670}"/>
                </a:ext>
              </a:extLst>
            </p:cNvPr>
            <p:cNvSpPr txBox="1"/>
            <p:nvPr/>
          </p:nvSpPr>
          <p:spPr>
            <a:xfrm>
              <a:off x="-178308" y="4147547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63233E0-707F-760C-8EFE-0264D08450A1}"/>
                </a:ext>
              </a:extLst>
            </p:cNvPr>
            <p:cNvSpPr txBox="1"/>
            <p:nvPr/>
          </p:nvSpPr>
          <p:spPr>
            <a:xfrm>
              <a:off x="-3731920" y="6649193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38E5C38-BBFF-ACAA-1275-5676497B5EBA}"/>
                </a:ext>
              </a:extLst>
            </p:cNvPr>
            <p:cNvSpPr txBox="1"/>
            <p:nvPr/>
          </p:nvSpPr>
          <p:spPr>
            <a:xfrm>
              <a:off x="-237388" y="6635477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1621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Zhewen Huang</dc:creator>
  <cp:lastModifiedBy>Zhewen Huang</cp:lastModifiedBy>
  <cp:revision>15</cp:revision>
  <dcterms:created xsi:type="dcterms:W3CDTF">2026-09-24T15:41:47Z</dcterms:created>
  <dcterms:modified xsi:type="dcterms:W3CDTF">2026-09-25T11:30:52Z</dcterms:modified>
</cp:coreProperties>
</file>