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8280400" cy="73802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5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1030" y="1207839"/>
            <a:ext cx="7038340" cy="2569434"/>
          </a:xfrm>
        </p:spPr>
        <p:txBody>
          <a:bodyPr anchor="b"/>
          <a:lstStyle>
            <a:lvl1pPr algn="ctr">
              <a:defRPr sz="543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35050" y="3876360"/>
            <a:ext cx="6210300" cy="1781861"/>
          </a:xfrm>
        </p:spPr>
        <p:txBody>
          <a:bodyPr/>
          <a:lstStyle>
            <a:lvl1pPr marL="0" indent="0" algn="ctr">
              <a:buNone/>
              <a:defRPr sz="2173"/>
            </a:lvl1pPr>
            <a:lvl2pPr marL="414040" indent="0" algn="ctr">
              <a:buNone/>
              <a:defRPr sz="1811"/>
            </a:lvl2pPr>
            <a:lvl3pPr marL="828081" indent="0" algn="ctr">
              <a:buNone/>
              <a:defRPr sz="1630"/>
            </a:lvl3pPr>
            <a:lvl4pPr marL="1242121" indent="0" algn="ctr">
              <a:buNone/>
              <a:defRPr sz="1449"/>
            </a:lvl4pPr>
            <a:lvl5pPr marL="1656161" indent="0" algn="ctr">
              <a:buNone/>
              <a:defRPr sz="1449"/>
            </a:lvl5pPr>
            <a:lvl6pPr marL="2070202" indent="0" algn="ctr">
              <a:buNone/>
              <a:defRPr sz="1449"/>
            </a:lvl6pPr>
            <a:lvl7pPr marL="2484242" indent="0" algn="ctr">
              <a:buNone/>
              <a:defRPr sz="1449"/>
            </a:lvl7pPr>
            <a:lvl8pPr marL="2898282" indent="0" algn="ctr">
              <a:buNone/>
              <a:defRPr sz="1449"/>
            </a:lvl8pPr>
            <a:lvl9pPr marL="3312323" indent="0" algn="ctr">
              <a:buNone/>
              <a:defRPr sz="144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09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57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965" y="1839949"/>
            <a:ext cx="7141845" cy="3069994"/>
          </a:xfrm>
        </p:spPr>
        <p:txBody>
          <a:bodyPr anchor="b"/>
          <a:lstStyle>
            <a:lvl1pPr>
              <a:defRPr sz="543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4965" y="4938987"/>
            <a:ext cx="7141845" cy="1614437"/>
          </a:xfrm>
        </p:spPr>
        <p:txBody>
          <a:bodyPr/>
          <a:lstStyle>
            <a:lvl1pPr marL="0" indent="0">
              <a:buNone/>
              <a:defRPr sz="2173">
                <a:solidFill>
                  <a:schemeClr val="tx1">
                    <a:tint val="82000"/>
                  </a:schemeClr>
                </a:solidFill>
              </a:defRPr>
            </a:lvl1pPr>
            <a:lvl2pPr marL="414040" indent="0">
              <a:buNone/>
              <a:defRPr sz="1811">
                <a:solidFill>
                  <a:schemeClr val="tx1">
                    <a:tint val="82000"/>
                  </a:schemeClr>
                </a:solidFill>
              </a:defRPr>
            </a:lvl2pPr>
            <a:lvl3pPr marL="828081" indent="0">
              <a:buNone/>
              <a:defRPr sz="1630">
                <a:solidFill>
                  <a:schemeClr val="tx1">
                    <a:tint val="82000"/>
                  </a:schemeClr>
                </a:solidFill>
              </a:defRPr>
            </a:lvl3pPr>
            <a:lvl4pPr marL="1242121" indent="0">
              <a:buNone/>
              <a:defRPr sz="1449">
                <a:solidFill>
                  <a:schemeClr val="tx1">
                    <a:tint val="82000"/>
                  </a:schemeClr>
                </a:solidFill>
              </a:defRPr>
            </a:lvl4pPr>
            <a:lvl5pPr marL="1656161" indent="0">
              <a:buNone/>
              <a:defRPr sz="1449">
                <a:solidFill>
                  <a:schemeClr val="tx1">
                    <a:tint val="82000"/>
                  </a:schemeClr>
                </a:solidFill>
              </a:defRPr>
            </a:lvl5pPr>
            <a:lvl6pPr marL="2070202" indent="0">
              <a:buNone/>
              <a:defRPr sz="1449">
                <a:solidFill>
                  <a:schemeClr val="tx1">
                    <a:tint val="82000"/>
                  </a:schemeClr>
                </a:solidFill>
              </a:defRPr>
            </a:lvl6pPr>
            <a:lvl7pPr marL="2484242" indent="0">
              <a:buNone/>
              <a:defRPr sz="1449">
                <a:solidFill>
                  <a:schemeClr val="tx1">
                    <a:tint val="82000"/>
                  </a:schemeClr>
                </a:solidFill>
              </a:defRPr>
            </a:lvl7pPr>
            <a:lvl8pPr marL="2898282" indent="0">
              <a:buNone/>
              <a:defRPr sz="1449">
                <a:solidFill>
                  <a:schemeClr val="tx1">
                    <a:tint val="82000"/>
                  </a:schemeClr>
                </a:solidFill>
              </a:defRPr>
            </a:lvl8pPr>
            <a:lvl9pPr marL="3312323" indent="0">
              <a:buNone/>
              <a:defRPr sz="144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760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9278" y="1964660"/>
            <a:ext cx="3519170" cy="4682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1953" y="1964660"/>
            <a:ext cx="3519170" cy="4682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09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356" y="392933"/>
            <a:ext cx="7141845" cy="142651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0357" y="1809196"/>
            <a:ext cx="3502997" cy="886659"/>
          </a:xfrm>
        </p:spPr>
        <p:txBody>
          <a:bodyPr anchor="b"/>
          <a:lstStyle>
            <a:lvl1pPr marL="0" indent="0">
              <a:buNone/>
              <a:defRPr sz="2173" b="1"/>
            </a:lvl1pPr>
            <a:lvl2pPr marL="414040" indent="0">
              <a:buNone/>
              <a:defRPr sz="1811" b="1"/>
            </a:lvl2pPr>
            <a:lvl3pPr marL="828081" indent="0">
              <a:buNone/>
              <a:defRPr sz="1630" b="1"/>
            </a:lvl3pPr>
            <a:lvl4pPr marL="1242121" indent="0">
              <a:buNone/>
              <a:defRPr sz="1449" b="1"/>
            </a:lvl4pPr>
            <a:lvl5pPr marL="1656161" indent="0">
              <a:buNone/>
              <a:defRPr sz="1449" b="1"/>
            </a:lvl5pPr>
            <a:lvl6pPr marL="2070202" indent="0">
              <a:buNone/>
              <a:defRPr sz="1449" b="1"/>
            </a:lvl6pPr>
            <a:lvl7pPr marL="2484242" indent="0">
              <a:buNone/>
              <a:defRPr sz="1449" b="1"/>
            </a:lvl7pPr>
            <a:lvl8pPr marL="2898282" indent="0">
              <a:buNone/>
              <a:defRPr sz="1449" b="1"/>
            </a:lvl8pPr>
            <a:lvl9pPr marL="3312323" indent="0">
              <a:buNone/>
              <a:defRPr sz="144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0357" y="2695855"/>
            <a:ext cx="3502997" cy="39651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91953" y="1809196"/>
            <a:ext cx="3520249" cy="886659"/>
          </a:xfrm>
        </p:spPr>
        <p:txBody>
          <a:bodyPr anchor="b"/>
          <a:lstStyle>
            <a:lvl1pPr marL="0" indent="0">
              <a:buNone/>
              <a:defRPr sz="2173" b="1"/>
            </a:lvl1pPr>
            <a:lvl2pPr marL="414040" indent="0">
              <a:buNone/>
              <a:defRPr sz="1811" b="1"/>
            </a:lvl2pPr>
            <a:lvl3pPr marL="828081" indent="0">
              <a:buNone/>
              <a:defRPr sz="1630" b="1"/>
            </a:lvl3pPr>
            <a:lvl4pPr marL="1242121" indent="0">
              <a:buNone/>
              <a:defRPr sz="1449" b="1"/>
            </a:lvl4pPr>
            <a:lvl5pPr marL="1656161" indent="0">
              <a:buNone/>
              <a:defRPr sz="1449" b="1"/>
            </a:lvl5pPr>
            <a:lvl6pPr marL="2070202" indent="0">
              <a:buNone/>
              <a:defRPr sz="1449" b="1"/>
            </a:lvl6pPr>
            <a:lvl7pPr marL="2484242" indent="0">
              <a:buNone/>
              <a:defRPr sz="1449" b="1"/>
            </a:lvl7pPr>
            <a:lvl8pPr marL="2898282" indent="0">
              <a:buNone/>
              <a:defRPr sz="1449" b="1"/>
            </a:lvl8pPr>
            <a:lvl9pPr marL="3312323" indent="0">
              <a:buNone/>
              <a:defRPr sz="144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91953" y="2695855"/>
            <a:ext cx="3520249" cy="39651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40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258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93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356" y="492019"/>
            <a:ext cx="2670645" cy="1722067"/>
          </a:xfrm>
        </p:spPr>
        <p:txBody>
          <a:bodyPr anchor="b"/>
          <a:lstStyle>
            <a:lvl1pPr>
              <a:defRPr sz="28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0248" y="1062626"/>
            <a:ext cx="4191953" cy="5244788"/>
          </a:xfrm>
        </p:spPr>
        <p:txBody>
          <a:bodyPr/>
          <a:lstStyle>
            <a:lvl1pPr>
              <a:defRPr sz="2898"/>
            </a:lvl1pPr>
            <a:lvl2pPr>
              <a:defRPr sz="2536"/>
            </a:lvl2pPr>
            <a:lvl3pPr>
              <a:defRPr sz="2173"/>
            </a:lvl3pPr>
            <a:lvl4pPr>
              <a:defRPr sz="1811"/>
            </a:lvl4pPr>
            <a:lvl5pPr>
              <a:defRPr sz="1811"/>
            </a:lvl5pPr>
            <a:lvl6pPr>
              <a:defRPr sz="1811"/>
            </a:lvl6pPr>
            <a:lvl7pPr>
              <a:defRPr sz="1811"/>
            </a:lvl7pPr>
            <a:lvl8pPr>
              <a:defRPr sz="1811"/>
            </a:lvl8pPr>
            <a:lvl9pPr>
              <a:defRPr sz="18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0356" y="2214086"/>
            <a:ext cx="2670645" cy="4101869"/>
          </a:xfrm>
        </p:spPr>
        <p:txBody>
          <a:bodyPr/>
          <a:lstStyle>
            <a:lvl1pPr marL="0" indent="0">
              <a:buNone/>
              <a:defRPr sz="1449"/>
            </a:lvl1pPr>
            <a:lvl2pPr marL="414040" indent="0">
              <a:buNone/>
              <a:defRPr sz="1268"/>
            </a:lvl2pPr>
            <a:lvl3pPr marL="828081" indent="0">
              <a:buNone/>
              <a:defRPr sz="1087"/>
            </a:lvl3pPr>
            <a:lvl4pPr marL="1242121" indent="0">
              <a:buNone/>
              <a:defRPr sz="906"/>
            </a:lvl4pPr>
            <a:lvl5pPr marL="1656161" indent="0">
              <a:buNone/>
              <a:defRPr sz="906"/>
            </a:lvl5pPr>
            <a:lvl6pPr marL="2070202" indent="0">
              <a:buNone/>
              <a:defRPr sz="906"/>
            </a:lvl6pPr>
            <a:lvl7pPr marL="2484242" indent="0">
              <a:buNone/>
              <a:defRPr sz="906"/>
            </a:lvl7pPr>
            <a:lvl8pPr marL="2898282" indent="0">
              <a:buNone/>
              <a:defRPr sz="906"/>
            </a:lvl8pPr>
            <a:lvl9pPr marL="3312323" indent="0">
              <a:buNone/>
              <a:defRPr sz="9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526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356" y="492019"/>
            <a:ext cx="2670645" cy="1722067"/>
          </a:xfrm>
        </p:spPr>
        <p:txBody>
          <a:bodyPr anchor="b"/>
          <a:lstStyle>
            <a:lvl1pPr>
              <a:defRPr sz="28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20248" y="1062626"/>
            <a:ext cx="4191953" cy="5244788"/>
          </a:xfrm>
        </p:spPr>
        <p:txBody>
          <a:bodyPr anchor="t"/>
          <a:lstStyle>
            <a:lvl1pPr marL="0" indent="0">
              <a:buNone/>
              <a:defRPr sz="2898"/>
            </a:lvl1pPr>
            <a:lvl2pPr marL="414040" indent="0">
              <a:buNone/>
              <a:defRPr sz="2536"/>
            </a:lvl2pPr>
            <a:lvl3pPr marL="828081" indent="0">
              <a:buNone/>
              <a:defRPr sz="2173"/>
            </a:lvl3pPr>
            <a:lvl4pPr marL="1242121" indent="0">
              <a:buNone/>
              <a:defRPr sz="1811"/>
            </a:lvl4pPr>
            <a:lvl5pPr marL="1656161" indent="0">
              <a:buNone/>
              <a:defRPr sz="1811"/>
            </a:lvl5pPr>
            <a:lvl6pPr marL="2070202" indent="0">
              <a:buNone/>
              <a:defRPr sz="1811"/>
            </a:lvl6pPr>
            <a:lvl7pPr marL="2484242" indent="0">
              <a:buNone/>
              <a:defRPr sz="1811"/>
            </a:lvl7pPr>
            <a:lvl8pPr marL="2898282" indent="0">
              <a:buNone/>
              <a:defRPr sz="1811"/>
            </a:lvl8pPr>
            <a:lvl9pPr marL="3312323" indent="0">
              <a:buNone/>
              <a:defRPr sz="181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0356" y="2214086"/>
            <a:ext cx="2670645" cy="4101869"/>
          </a:xfrm>
        </p:spPr>
        <p:txBody>
          <a:bodyPr/>
          <a:lstStyle>
            <a:lvl1pPr marL="0" indent="0">
              <a:buNone/>
              <a:defRPr sz="1449"/>
            </a:lvl1pPr>
            <a:lvl2pPr marL="414040" indent="0">
              <a:buNone/>
              <a:defRPr sz="1268"/>
            </a:lvl2pPr>
            <a:lvl3pPr marL="828081" indent="0">
              <a:buNone/>
              <a:defRPr sz="1087"/>
            </a:lvl3pPr>
            <a:lvl4pPr marL="1242121" indent="0">
              <a:buNone/>
              <a:defRPr sz="906"/>
            </a:lvl4pPr>
            <a:lvl5pPr marL="1656161" indent="0">
              <a:buNone/>
              <a:defRPr sz="906"/>
            </a:lvl5pPr>
            <a:lvl6pPr marL="2070202" indent="0">
              <a:buNone/>
              <a:defRPr sz="906"/>
            </a:lvl6pPr>
            <a:lvl7pPr marL="2484242" indent="0">
              <a:buNone/>
              <a:defRPr sz="906"/>
            </a:lvl7pPr>
            <a:lvl8pPr marL="2898282" indent="0">
              <a:buNone/>
              <a:defRPr sz="906"/>
            </a:lvl8pPr>
            <a:lvl9pPr marL="3312323" indent="0">
              <a:buNone/>
              <a:defRPr sz="9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259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227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25662" y="392932"/>
            <a:ext cx="1785461" cy="62544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9278" y="392932"/>
            <a:ext cx="5252879" cy="62544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720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9278" y="392933"/>
            <a:ext cx="7141845" cy="1426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9278" y="1964660"/>
            <a:ext cx="7141845" cy="4682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9278" y="6840435"/>
            <a:ext cx="1863090" cy="39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5CB7BE-8B52-4227-A0DD-42BEA3AC230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2883" y="6840435"/>
            <a:ext cx="2794635" cy="39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48033" y="6840435"/>
            <a:ext cx="1863090" cy="39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550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828081" rtl="0" eaLnBrk="1" latinLnBrk="0" hangingPunct="1">
        <a:lnSpc>
          <a:spcPct val="90000"/>
        </a:lnSpc>
        <a:spcBef>
          <a:spcPct val="0"/>
        </a:spcBef>
        <a:buNone/>
        <a:defRPr sz="398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7020" indent="-207020" algn="l" defTabSz="828081" rtl="0" eaLnBrk="1" latinLnBrk="0" hangingPunct="1">
        <a:lnSpc>
          <a:spcPct val="90000"/>
        </a:lnSpc>
        <a:spcBef>
          <a:spcPts val="906"/>
        </a:spcBef>
        <a:buFont typeface="Arial" panose="020B0604020202020204" pitchFamily="34" charset="0"/>
        <a:buChar char="•"/>
        <a:defRPr sz="2536" kern="1200">
          <a:solidFill>
            <a:schemeClr val="tx1"/>
          </a:solidFill>
          <a:latin typeface="+mn-lt"/>
          <a:ea typeface="+mn-ea"/>
          <a:cs typeface="+mn-cs"/>
        </a:defRPr>
      </a:lvl1pPr>
      <a:lvl2pPr marL="621060" indent="-207020" algn="l" defTabSz="828081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2pPr>
      <a:lvl3pPr marL="1035101" indent="-207020" algn="l" defTabSz="828081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811" kern="1200">
          <a:solidFill>
            <a:schemeClr val="tx1"/>
          </a:solidFill>
          <a:latin typeface="+mn-lt"/>
          <a:ea typeface="+mn-ea"/>
          <a:cs typeface="+mn-cs"/>
        </a:defRPr>
      </a:lvl3pPr>
      <a:lvl4pPr marL="1449141" indent="-207020" algn="l" defTabSz="828081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0" kern="1200">
          <a:solidFill>
            <a:schemeClr val="tx1"/>
          </a:solidFill>
          <a:latin typeface="+mn-lt"/>
          <a:ea typeface="+mn-ea"/>
          <a:cs typeface="+mn-cs"/>
        </a:defRPr>
      </a:lvl4pPr>
      <a:lvl5pPr marL="1863181" indent="-207020" algn="l" defTabSz="828081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0" kern="1200">
          <a:solidFill>
            <a:schemeClr val="tx1"/>
          </a:solidFill>
          <a:latin typeface="+mn-lt"/>
          <a:ea typeface="+mn-ea"/>
          <a:cs typeface="+mn-cs"/>
        </a:defRPr>
      </a:lvl5pPr>
      <a:lvl6pPr marL="2277222" indent="-207020" algn="l" defTabSz="828081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0" kern="1200">
          <a:solidFill>
            <a:schemeClr val="tx1"/>
          </a:solidFill>
          <a:latin typeface="+mn-lt"/>
          <a:ea typeface="+mn-ea"/>
          <a:cs typeface="+mn-cs"/>
        </a:defRPr>
      </a:lvl6pPr>
      <a:lvl7pPr marL="2691262" indent="-207020" algn="l" defTabSz="828081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0" kern="1200">
          <a:solidFill>
            <a:schemeClr val="tx1"/>
          </a:solidFill>
          <a:latin typeface="+mn-lt"/>
          <a:ea typeface="+mn-ea"/>
          <a:cs typeface="+mn-cs"/>
        </a:defRPr>
      </a:lvl7pPr>
      <a:lvl8pPr marL="3105302" indent="-207020" algn="l" defTabSz="828081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0" kern="1200">
          <a:solidFill>
            <a:schemeClr val="tx1"/>
          </a:solidFill>
          <a:latin typeface="+mn-lt"/>
          <a:ea typeface="+mn-ea"/>
          <a:cs typeface="+mn-cs"/>
        </a:defRPr>
      </a:lvl8pPr>
      <a:lvl9pPr marL="3519343" indent="-207020" algn="l" defTabSz="828081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8081" rtl="0" eaLnBrk="1" latinLnBrk="0" hangingPunct="1">
        <a:defRPr sz="1630" kern="1200">
          <a:solidFill>
            <a:schemeClr val="tx1"/>
          </a:solidFill>
          <a:latin typeface="+mn-lt"/>
          <a:ea typeface="+mn-ea"/>
          <a:cs typeface="+mn-cs"/>
        </a:defRPr>
      </a:lvl1pPr>
      <a:lvl2pPr marL="414040" algn="l" defTabSz="828081" rtl="0" eaLnBrk="1" latinLnBrk="0" hangingPunct="1">
        <a:defRPr sz="1630" kern="1200">
          <a:solidFill>
            <a:schemeClr val="tx1"/>
          </a:solidFill>
          <a:latin typeface="+mn-lt"/>
          <a:ea typeface="+mn-ea"/>
          <a:cs typeface="+mn-cs"/>
        </a:defRPr>
      </a:lvl2pPr>
      <a:lvl3pPr marL="828081" algn="l" defTabSz="828081" rtl="0" eaLnBrk="1" latinLnBrk="0" hangingPunct="1">
        <a:defRPr sz="1630" kern="1200">
          <a:solidFill>
            <a:schemeClr val="tx1"/>
          </a:solidFill>
          <a:latin typeface="+mn-lt"/>
          <a:ea typeface="+mn-ea"/>
          <a:cs typeface="+mn-cs"/>
        </a:defRPr>
      </a:lvl3pPr>
      <a:lvl4pPr marL="1242121" algn="l" defTabSz="828081" rtl="0" eaLnBrk="1" latinLnBrk="0" hangingPunct="1">
        <a:defRPr sz="1630" kern="1200">
          <a:solidFill>
            <a:schemeClr val="tx1"/>
          </a:solidFill>
          <a:latin typeface="+mn-lt"/>
          <a:ea typeface="+mn-ea"/>
          <a:cs typeface="+mn-cs"/>
        </a:defRPr>
      </a:lvl4pPr>
      <a:lvl5pPr marL="1656161" algn="l" defTabSz="828081" rtl="0" eaLnBrk="1" latinLnBrk="0" hangingPunct="1">
        <a:defRPr sz="1630" kern="1200">
          <a:solidFill>
            <a:schemeClr val="tx1"/>
          </a:solidFill>
          <a:latin typeface="+mn-lt"/>
          <a:ea typeface="+mn-ea"/>
          <a:cs typeface="+mn-cs"/>
        </a:defRPr>
      </a:lvl5pPr>
      <a:lvl6pPr marL="2070202" algn="l" defTabSz="828081" rtl="0" eaLnBrk="1" latinLnBrk="0" hangingPunct="1">
        <a:defRPr sz="1630" kern="1200">
          <a:solidFill>
            <a:schemeClr val="tx1"/>
          </a:solidFill>
          <a:latin typeface="+mn-lt"/>
          <a:ea typeface="+mn-ea"/>
          <a:cs typeface="+mn-cs"/>
        </a:defRPr>
      </a:lvl6pPr>
      <a:lvl7pPr marL="2484242" algn="l" defTabSz="828081" rtl="0" eaLnBrk="1" latinLnBrk="0" hangingPunct="1">
        <a:defRPr sz="1630" kern="1200">
          <a:solidFill>
            <a:schemeClr val="tx1"/>
          </a:solidFill>
          <a:latin typeface="+mn-lt"/>
          <a:ea typeface="+mn-ea"/>
          <a:cs typeface="+mn-cs"/>
        </a:defRPr>
      </a:lvl7pPr>
      <a:lvl8pPr marL="2898282" algn="l" defTabSz="828081" rtl="0" eaLnBrk="1" latinLnBrk="0" hangingPunct="1">
        <a:defRPr sz="1630" kern="1200">
          <a:solidFill>
            <a:schemeClr val="tx1"/>
          </a:solidFill>
          <a:latin typeface="+mn-lt"/>
          <a:ea typeface="+mn-ea"/>
          <a:cs typeface="+mn-cs"/>
        </a:defRPr>
      </a:lvl8pPr>
      <a:lvl9pPr marL="3312323" algn="l" defTabSz="828081" rtl="0" eaLnBrk="1" latinLnBrk="0" hangingPunct="1">
        <a:defRPr sz="16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11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0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1B27D7D7-CD5C-E400-E133-32818624ACA3}"/>
              </a:ext>
            </a:extLst>
          </p:cNvPr>
          <p:cNvGrpSpPr>
            <a:grpSpLocks noChangeAspect="1"/>
          </p:cNvGrpSpPr>
          <p:nvPr/>
        </p:nvGrpSpPr>
        <p:grpSpPr>
          <a:xfrm>
            <a:off x="180200" y="0"/>
            <a:ext cx="7920000" cy="7265558"/>
            <a:chOff x="539059" y="0"/>
            <a:chExt cx="8429681" cy="773312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6D524EF-732A-B187-3D3F-99913F94EA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9059" y="1948462"/>
              <a:ext cx="2813304" cy="198882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DFC54F0-418A-8A1E-2B59-CA964BEADD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774" y="0"/>
              <a:ext cx="2840737" cy="198424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7918F8E-EE65-A05F-43E4-D7618D5E4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9059" y="3916031"/>
              <a:ext cx="2815200" cy="1900588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B425D62-4BCD-0666-0DEF-F48BC1FA09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5917" y="5718702"/>
              <a:ext cx="2813304" cy="198882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F6E5379-0438-529C-2C50-2DDFD6FA7A0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2363" y="1945200"/>
              <a:ext cx="2813304" cy="1988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5DA8920-3294-B0F6-C6B1-E791218848A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23026" y="6641"/>
              <a:ext cx="2875788" cy="1984248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3D38DCF-0107-E363-1187-FC10FB88107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44850" y="3900752"/>
              <a:ext cx="2815200" cy="190058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32B9310-088D-E5F6-C866-06928515AFA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2363" y="5744303"/>
              <a:ext cx="2813304" cy="198882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1F8B6B1-9989-C660-BE1E-95EEF4A5ED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5679" y="1978360"/>
              <a:ext cx="2813304" cy="198882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2926BC3-A0E5-A852-53C0-569AACBF38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52537" y="5744303"/>
              <a:ext cx="2813304" cy="198882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28EBEAD-EFA8-C924-D9F9-4A6B820EF6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27272"/>
              <a:ext cx="2872740" cy="1984248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3A3C8A3-806D-14EF-DBBF-9D1FE1E8B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24770" y="3896187"/>
              <a:ext cx="2815200" cy="1900588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1C6887C-8913-A1DA-69D2-8C46B5FE0989}"/>
              </a:ext>
            </a:extLst>
          </p:cNvPr>
          <p:cNvSpPr txBox="1"/>
          <p:nvPr/>
        </p:nvSpPr>
        <p:spPr>
          <a:xfrm>
            <a:off x="180200" y="-24053"/>
            <a:ext cx="5453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11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FA55ED-6691-D135-DE17-07570AE827C7}"/>
              </a:ext>
            </a:extLst>
          </p:cNvPr>
          <p:cNvSpPr txBox="1"/>
          <p:nvPr/>
        </p:nvSpPr>
        <p:spPr>
          <a:xfrm>
            <a:off x="2861907" y="-7836"/>
            <a:ext cx="5453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11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zh-CN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ADB776-7E94-FE97-0696-7AB9BCE70CE4}"/>
              </a:ext>
            </a:extLst>
          </p:cNvPr>
          <p:cNvSpPr txBox="1"/>
          <p:nvPr/>
        </p:nvSpPr>
        <p:spPr>
          <a:xfrm>
            <a:off x="5470722" y="-16075"/>
            <a:ext cx="5373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11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zh-CN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B87926-D113-C4AD-40AD-E66D09EBBC9E}"/>
              </a:ext>
            </a:extLst>
          </p:cNvPr>
          <p:cNvSpPr txBox="1"/>
          <p:nvPr/>
        </p:nvSpPr>
        <p:spPr>
          <a:xfrm>
            <a:off x="180200" y="1842894"/>
            <a:ext cx="5453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11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zh-CN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CA2189-A901-0FE9-1939-EA72E6C4A68E}"/>
              </a:ext>
            </a:extLst>
          </p:cNvPr>
          <p:cNvSpPr txBox="1"/>
          <p:nvPr/>
        </p:nvSpPr>
        <p:spPr>
          <a:xfrm>
            <a:off x="2861907" y="1859111"/>
            <a:ext cx="5453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11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zh-CN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5B0F58-7769-B69E-2C13-52AAE134562B}"/>
              </a:ext>
            </a:extLst>
          </p:cNvPr>
          <p:cNvSpPr txBox="1"/>
          <p:nvPr/>
        </p:nvSpPr>
        <p:spPr>
          <a:xfrm>
            <a:off x="5470722" y="1850872"/>
            <a:ext cx="5052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11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zh-CN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3190C4-99E1-D4E0-B6E9-D45B684694C6}"/>
              </a:ext>
            </a:extLst>
          </p:cNvPr>
          <p:cNvSpPr txBox="1"/>
          <p:nvPr/>
        </p:nvSpPr>
        <p:spPr>
          <a:xfrm>
            <a:off x="148140" y="3674571"/>
            <a:ext cx="5453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1100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zh-CN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A658A1D-B52C-F393-D931-C835AB396564}"/>
              </a:ext>
            </a:extLst>
          </p:cNvPr>
          <p:cNvSpPr txBox="1"/>
          <p:nvPr/>
        </p:nvSpPr>
        <p:spPr>
          <a:xfrm>
            <a:off x="2829847" y="3690788"/>
            <a:ext cx="5453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11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zh-CN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3D6A797-68FA-6A9A-397F-273EBDC78D25}"/>
              </a:ext>
            </a:extLst>
          </p:cNvPr>
          <p:cNvSpPr txBox="1"/>
          <p:nvPr/>
        </p:nvSpPr>
        <p:spPr>
          <a:xfrm>
            <a:off x="5438662" y="3682549"/>
            <a:ext cx="4988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11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zh-CN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F075BB-6563-8C2F-964F-743DD35F655B}"/>
              </a:ext>
            </a:extLst>
          </p:cNvPr>
          <p:cNvSpPr txBox="1"/>
          <p:nvPr/>
        </p:nvSpPr>
        <p:spPr>
          <a:xfrm>
            <a:off x="148140" y="5380336"/>
            <a:ext cx="4988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1100" dirty="0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zh-CN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87EC19D-C025-8137-BEB4-503BDA44E8A7}"/>
              </a:ext>
            </a:extLst>
          </p:cNvPr>
          <p:cNvSpPr txBox="1"/>
          <p:nvPr/>
        </p:nvSpPr>
        <p:spPr>
          <a:xfrm>
            <a:off x="2829847" y="5396553"/>
            <a:ext cx="5373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1100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zh-CN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E9A7D1B-AB21-7134-2BF3-DBF975D3FE76}"/>
              </a:ext>
            </a:extLst>
          </p:cNvPr>
          <p:cNvSpPr txBox="1"/>
          <p:nvPr/>
        </p:nvSpPr>
        <p:spPr>
          <a:xfrm>
            <a:off x="5438662" y="5388314"/>
            <a:ext cx="4988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11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zh-CN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621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36</Words>
  <Application>Microsoft Office PowerPoint</Application>
  <PresentationFormat>Custom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Zhewen Huang</dc:creator>
  <cp:lastModifiedBy>Zhewen Huang</cp:lastModifiedBy>
  <cp:revision>7</cp:revision>
  <dcterms:created xsi:type="dcterms:W3CDTF">2026-09-24T15:41:47Z</dcterms:created>
  <dcterms:modified xsi:type="dcterms:W3CDTF">2026-09-25T09:36:24Z</dcterms:modified>
</cp:coreProperties>
</file>